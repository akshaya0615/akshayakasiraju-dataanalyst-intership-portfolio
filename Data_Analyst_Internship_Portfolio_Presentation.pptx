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46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92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30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1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4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89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68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84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2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87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05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523EF9-D87C-4E51-AAF9-43140A7413C6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25D20D-EF1D-4F20-BFA4-9ACDC9471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796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A803-AC3A-F1BC-A888-586418361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298075" cy="2133599"/>
          </a:xfrm>
        </p:spPr>
        <p:txBody>
          <a:bodyPr>
            <a:normAutofit/>
          </a:bodyPr>
          <a:lstStyle/>
          <a:p>
            <a:r>
              <a:rPr lang="en-IN" sz="4800" dirty="0"/>
              <a:t>Data Analyst 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93F18-FF76-D26D-3697-6765526C1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55962"/>
            <a:ext cx="9144001" cy="2001838"/>
          </a:xfrm>
        </p:spPr>
        <p:txBody>
          <a:bodyPr>
            <a:normAutofit/>
          </a:bodyPr>
          <a:lstStyle/>
          <a:p>
            <a:endParaRPr lang="en-IN" sz="2800" dirty="0"/>
          </a:p>
          <a:p>
            <a:r>
              <a:rPr lang="en-IN" sz="2800" dirty="0"/>
              <a:t>                                                                            -  AKSHAYA KASIRAJU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0127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105D-4278-CE80-DF67-5A6AD673A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742" y="924449"/>
            <a:ext cx="6059156" cy="675752"/>
          </a:xfrm>
        </p:spPr>
        <p:txBody>
          <a:bodyPr>
            <a:normAutofit/>
          </a:bodyPr>
          <a:lstStyle/>
          <a:p>
            <a:r>
              <a:rPr lang="en-IN" sz="3600" dirty="0"/>
              <a:t>Internship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6AC0D-47EF-7D8A-C0C9-370CBBCB8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9091"/>
            <a:ext cx="9144000" cy="4330840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This internship provided practical experience in data analytics by working on real world datasets and industry-relevant tools. Throughout the internship, I completed tasks involving data cleaning, SQL analysis, dashboard development, and machine learning-based inventory prediction.</a:t>
            </a:r>
          </a:p>
          <a:p>
            <a:pPr algn="l"/>
            <a:r>
              <a:rPr lang="en-US" sz="2000" dirty="0"/>
              <a:t>Objectives:</a:t>
            </a:r>
          </a:p>
          <a:p>
            <a:pPr algn="l"/>
            <a:r>
              <a:rPr lang="en-US" sz="2000" dirty="0"/>
              <a:t> - Perform data preprocessing</a:t>
            </a:r>
          </a:p>
          <a:p>
            <a:pPr algn="l"/>
            <a:r>
              <a:rPr lang="en-US" sz="2000" dirty="0"/>
              <a:t>- Analyze data using SQL</a:t>
            </a:r>
          </a:p>
          <a:p>
            <a:pPr algn="l"/>
            <a:r>
              <a:rPr lang="en-US" sz="2000" dirty="0"/>
              <a:t>- Create interactive Power BI dashboards</a:t>
            </a:r>
          </a:p>
          <a:p>
            <a:pPr algn="l"/>
            <a:r>
              <a:rPr lang="en-US" sz="2000" dirty="0"/>
              <a:t>- Build a machine learning prediction model</a:t>
            </a:r>
          </a:p>
          <a:p>
            <a:pPr algn="l"/>
            <a:r>
              <a:rPr lang="en-US" sz="2000" dirty="0"/>
              <a:t>- Develop a professional GitHub portfolio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2806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3E9B-4FDC-D5BD-732E-BEFBA310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Task1-Data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E1393-8963-97B1-A8AD-D86C647F2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495"/>
            <a:ext cx="10515600" cy="4619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first task focused on preparing raw data for analysis by improving its quality and consistency.</a:t>
            </a:r>
          </a:p>
          <a:p>
            <a:pPr marL="0" indent="0">
              <a:buNone/>
            </a:pPr>
            <a:r>
              <a:rPr lang="en-IN" sz="2000" dirty="0"/>
              <a:t>Performed:</a:t>
            </a:r>
          </a:p>
          <a:p>
            <a:pPr>
              <a:buFontTx/>
              <a:buChar char="-"/>
            </a:pPr>
            <a:r>
              <a:rPr lang="en-IN" sz="2000" dirty="0"/>
              <a:t>Handled missing values</a:t>
            </a:r>
          </a:p>
          <a:p>
            <a:pPr>
              <a:buFontTx/>
              <a:buChar char="-"/>
            </a:pPr>
            <a:r>
              <a:rPr lang="en-IN" sz="2000" dirty="0"/>
              <a:t>Removed duplicate records</a:t>
            </a:r>
          </a:p>
          <a:p>
            <a:pPr>
              <a:buFontTx/>
              <a:buChar char="-"/>
            </a:pPr>
            <a:r>
              <a:rPr lang="en-IN" sz="2000" dirty="0"/>
              <a:t>Corrected inconsistent data</a:t>
            </a:r>
          </a:p>
          <a:p>
            <a:pPr>
              <a:buFontTx/>
              <a:buChar char="-"/>
            </a:pPr>
            <a:r>
              <a:rPr lang="en-IN" sz="2000" dirty="0"/>
              <a:t>Standardized column formats</a:t>
            </a:r>
          </a:p>
          <a:p>
            <a:pPr>
              <a:buFontTx/>
              <a:buChar char="-"/>
            </a:pPr>
            <a:r>
              <a:rPr lang="en-IN" sz="2000" dirty="0"/>
              <a:t>Prepared a clean dataset for further analysis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US" sz="2000" dirty="0"/>
              <a:t>Outcome: A clean and reliable dataset suitable for analysis and visualization.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095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43D6-D2D1-B274-3EA7-C1BD079F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Task2-SQL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E248E-9B48-310D-0728-DAB0B4FB3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46"/>
            <a:ext cx="10515600" cy="419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SQL was used to analyze business data and answer important analytical questions.</a:t>
            </a:r>
          </a:p>
          <a:p>
            <a:pPr marL="0" indent="0">
              <a:buNone/>
            </a:pPr>
            <a:r>
              <a:rPr lang="en-US" sz="2000" dirty="0"/>
              <a:t>Performed:</a:t>
            </a:r>
          </a:p>
          <a:p>
            <a:pPr marL="0" indent="0">
              <a:buNone/>
            </a:pPr>
            <a:r>
              <a:rPr lang="en-US" sz="2000" dirty="0"/>
              <a:t>- SELECT statements</a:t>
            </a:r>
          </a:p>
          <a:p>
            <a:pPr>
              <a:buFontTx/>
              <a:buChar char="-"/>
            </a:pPr>
            <a:r>
              <a:rPr lang="en-US" sz="2000" dirty="0"/>
              <a:t>WHERE filtering</a:t>
            </a:r>
          </a:p>
          <a:p>
            <a:pPr>
              <a:buFontTx/>
              <a:buChar char="-"/>
            </a:pPr>
            <a:r>
              <a:rPr lang="en-US" sz="2000" dirty="0"/>
              <a:t>GROUP BY</a:t>
            </a:r>
          </a:p>
          <a:p>
            <a:pPr>
              <a:buFontTx/>
              <a:buChar char="-"/>
            </a:pPr>
            <a:r>
              <a:rPr lang="en-US" sz="2000" dirty="0"/>
              <a:t>ORDER BY</a:t>
            </a:r>
          </a:p>
          <a:p>
            <a:pPr>
              <a:buFontTx/>
              <a:buChar char="-"/>
            </a:pPr>
            <a:r>
              <a:rPr lang="en-US" sz="2000" dirty="0"/>
              <a:t>Aggregate Functions (SUM, COUNT, AVG)</a:t>
            </a:r>
          </a:p>
          <a:p>
            <a:pPr>
              <a:buFontTx/>
              <a:buChar char="-"/>
            </a:pPr>
            <a:r>
              <a:rPr lang="en-US" sz="2000" dirty="0"/>
              <a:t>Business insights using SQL queries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Outcome: Extracted meaningful insights from structured data.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893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11F8-6E2E-23E0-84DC-46C90621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Task3-Power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DDA9-72D7-E228-0377-2C83F0B6C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688"/>
            <a:ext cx="10515600" cy="4320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Developed an interactive dashboard to visualize business performance.</a:t>
            </a:r>
          </a:p>
          <a:p>
            <a:pPr marL="0" indent="0">
              <a:buNone/>
            </a:pPr>
            <a:r>
              <a:rPr lang="en-IN" sz="2000" dirty="0"/>
              <a:t>Dashboard Features:</a:t>
            </a:r>
          </a:p>
          <a:p>
            <a:pPr>
              <a:buFontTx/>
              <a:buChar char="-"/>
            </a:pPr>
            <a:r>
              <a:rPr lang="en-IN" sz="2000" dirty="0"/>
              <a:t>KPI Cards</a:t>
            </a:r>
          </a:p>
          <a:p>
            <a:pPr>
              <a:buFontTx/>
              <a:buChar char="-"/>
            </a:pPr>
            <a:r>
              <a:rPr lang="en-IN" sz="2000" dirty="0"/>
              <a:t>Revenue Analysis</a:t>
            </a:r>
          </a:p>
          <a:p>
            <a:pPr>
              <a:buFontTx/>
              <a:buChar char="-"/>
            </a:pPr>
            <a:r>
              <a:rPr lang="en-IN" sz="2000" dirty="0"/>
              <a:t>Sales Analysis</a:t>
            </a:r>
          </a:p>
          <a:p>
            <a:pPr>
              <a:buFontTx/>
              <a:buChar char="-"/>
            </a:pPr>
            <a:r>
              <a:rPr lang="en-IN" sz="2000" dirty="0"/>
              <a:t>Product Performance</a:t>
            </a:r>
          </a:p>
          <a:p>
            <a:pPr>
              <a:buFontTx/>
              <a:buChar char="-"/>
            </a:pPr>
            <a:r>
              <a:rPr lang="en-IN" sz="2000" dirty="0"/>
              <a:t>Interactive Charts</a:t>
            </a:r>
          </a:p>
          <a:p>
            <a:pPr>
              <a:buFontTx/>
              <a:buChar char="-"/>
            </a:pPr>
            <a:r>
              <a:rPr lang="en-IN" sz="2000" dirty="0"/>
              <a:t>Business Insights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Outcome: Created an easy-to-understand dashboard for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9806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A6DC-B06C-64C9-C685-C5EBD8C8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Task4-Data Storytelling and </a:t>
            </a:r>
            <a:r>
              <a:rPr lang="en-IN" sz="3600" dirty="0" err="1"/>
              <a:t>Stastical</a:t>
            </a:r>
            <a:r>
              <a:rPr lang="en-IN" sz="3600" dirty="0"/>
              <a:t>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753DD-F2BE-4413-9AEC-12068B7B9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Transform data analysis into meaningful business insights and validate findings using statistical methods.</a:t>
            </a:r>
          </a:p>
          <a:p>
            <a:pPr marL="0" indent="0">
              <a:buNone/>
            </a:pPr>
            <a:r>
              <a:rPr lang="en-US" sz="2000" dirty="0"/>
              <a:t>Performed:</a:t>
            </a:r>
          </a:p>
          <a:p>
            <a:pPr>
              <a:buFontTx/>
              <a:buChar char="-"/>
            </a:pPr>
            <a:r>
              <a:rPr lang="en-US" sz="2000" dirty="0"/>
              <a:t>Developed a clear business story from the analysis</a:t>
            </a:r>
          </a:p>
          <a:p>
            <a:pPr>
              <a:buFontTx/>
              <a:buChar char="-"/>
            </a:pPr>
            <a:r>
              <a:rPr lang="en-US" sz="2000" dirty="0"/>
              <a:t>Created a professional presentation of insights</a:t>
            </a:r>
          </a:p>
          <a:p>
            <a:pPr>
              <a:buFontTx/>
              <a:buChar char="-"/>
            </a:pPr>
            <a:r>
              <a:rPr lang="en-US" sz="2000" dirty="0"/>
              <a:t>Performed hypothesis testing to validate key findings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Outcome: Generated actionable insights to support data-driven business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2451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54D7-AB75-3969-4F27-B36E1F28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1CE79-F0EA-8399-28F6-761A3525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640"/>
            <a:ext cx="10515600" cy="4589323"/>
          </a:xfrm>
        </p:spPr>
        <p:txBody>
          <a:bodyPr/>
          <a:lstStyle/>
          <a:p>
            <a:pPr>
              <a:buFontTx/>
              <a:buChar char="-"/>
            </a:pPr>
            <a:r>
              <a:rPr lang="en-IN" sz="2000" dirty="0"/>
              <a:t>Python</a:t>
            </a:r>
          </a:p>
          <a:p>
            <a:pPr>
              <a:buFontTx/>
              <a:buChar char="-"/>
            </a:pPr>
            <a:r>
              <a:rPr lang="en-IN" sz="2000" dirty="0"/>
              <a:t>Pandas</a:t>
            </a:r>
          </a:p>
          <a:p>
            <a:pPr>
              <a:buFontTx/>
              <a:buChar char="-"/>
            </a:pPr>
            <a:r>
              <a:rPr lang="en-IN" sz="2000" dirty="0" err="1"/>
              <a:t>Numpy</a:t>
            </a:r>
            <a:endParaRPr lang="en-IN" sz="2000" dirty="0"/>
          </a:p>
          <a:p>
            <a:pPr>
              <a:buFontTx/>
              <a:buChar char="-"/>
            </a:pPr>
            <a:r>
              <a:rPr lang="en-IN" sz="2000" dirty="0"/>
              <a:t>SQL</a:t>
            </a:r>
          </a:p>
          <a:p>
            <a:pPr>
              <a:buFontTx/>
              <a:buChar char="-"/>
            </a:pPr>
            <a:r>
              <a:rPr lang="en-IN" sz="2000" dirty="0"/>
              <a:t>Power BI</a:t>
            </a:r>
          </a:p>
          <a:p>
            <a:pPr>
              <a:buFontTx/>
              <a:buChar char="-"/>
            </a:pPr>
            <a:r>
              <a:rPr lang="en-IN" sz="2000" dirty="0"/>
              <a:t>Git</a:t>
            </a:r>
          </a:p>
          <a:p>
            <a:pPr>
              <a:buFontTx/>
              <a:buChar char="-"/>
            </a:pPr>
            <a:r>
              <a:rPr lang="en-IN" sz="2000" dirty="0"/>
              <a:t>GitHub</a:t>
            </a:r>
          </a:p>
          <a:p>
            <a:pPr>
              <a:buFontTx/>
              <a:buChar char="-"/>
            </a:pPr>
            <a:r>
              <a:rPr lang="en-IN" sz="2000" dirty="0"/>
              <a:t>Google </a:t>
            </a:r>
            <a:r>
              <a:rPr lang="en-IN" sz="2000" dirty="0" err="1"/>
              <a:t>colab</a:t>
            </a:r>
            <a:endParaRPr lang="en-IN" sz="2000" dirty="0"/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23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E2E8-19E4-F4AD-6A02-99B9AE27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BE75-8AF9-3407-E490-23998A164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640"/>
            <a:ext cx="10515600" cy="458932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/>
              <a:t>Data Cleaning and Preprocessing</a:t>
            </a:r>
          </a:p>
          <a:p>
            <a:pPr>
              <a:buFontTx/>
              <a:buChar char="-"/>
            </a:pPr>
            <a:r>
              <a:rPr lang="en-US" sz="2000" dirty="0"/>
              <a:t>SQL Query Writing</a:t>
            </a:r>
          </a:p>
          <a:p>
            <a:pPr>
              <a:buFontTx/>
              <a:buChar char="-"/>
            </a:pPr>
            <a:r>
              <a:rPr lang="en-US" sz="2000" dirty="0"/>
              <a:t>Data Visualization using Power BI</a:t>
            </a:r>
          </a:p>
          <a:p>
            <a:pPr>
              <a:buFontTx/>
              <a:buChar char="-"/>
            </a:pPr>
            <a:r>
              <a:rPr lang="en-US" sz="2000" dirty="0"/>
              <a:t>Data Storytelling and Evaluation</a:t>
            </a:r>
          </a:p>
          <a:p>
            <a:pPr>
              <a:buFontTx/>
              <a:buChar char="-"/>
            </a:pPr>
            <a:r>
              <a:rPr lang="en-US" sz="2000" dirty="0"/>
              <a:t>GitHub Project Management</a:t>
            </a:r>
          </a:p>
          <a:p>
            <a:pPr>
              <a:buFontTx/>
              <a:buChar char="-"/>
            </a:pPr>
            <a:r>
              <a:rPr lang="en-US" sz="2000" dirty="0"/>
              <a:t>End-to-End Data Analytics Workflow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912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BFF4-8935-EA0A-B8FC-72957CFA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GitHub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24B3-9854-BD28-8491-33BA1FC82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640"/>
            <a:ext cx="10515600" cy="4589323"/>
          </a:xfrm>
        </p:spPr>
        <p:txBody>
          <a:bodyPr/>
          <a:lstStyle/>
          <a:p>
            <a:pPr>
              <a:buFontTx/>
              <a:buChar char="-"/>
            </a:pPr>
            <a:r>
              <a:rPr lang="en-IN" sz="2000" dirty="0"/>
              <a:t>Task1: Data Cleaning</a:t>
            </a:r>
          </a:p>
          <a:p>
            <a:pPr>
              <a:buFontTx/>
              <a:buChar char="-"/>
            </a:pPr>
            <a:r>
              <a:rPr lang="en-IN" sz="2000" dirty="0"/>
              <a:t>Task2: SQL Analysis</a:t>
            </a:r>
          </a:p>
          <a:p>
            <a:pPr>
              <a:buFontTx/>
              <a:buChar char="-"/>
            </a:pPr>
            <a:r>
              <a:rPr lang="en-IN" sz="2000" dirty="0"/>
              <a:t>Task3: </a:t>
            </a:r>
            <a:r>
              <a:rPr lang="en-IN" sz="2000" dirty="0" err="1"/>
              <a:t>PowerBI</a:t>
            </a:r>
            <a:r>
              <a:rPr lang="en-IN" sz="2000" dirty="0"/>
              <a:t> Dashboard</a:t>
            </a:r>
          </a:p>
          <a:p>
            <a:pPr>
              <a:buFontTx/>
              <a:buChar char="-"/>
            </a:pPr>
            <a:r>
              <a:rPr lang="en-IN" sz="2000" dirty="0"/>
              <a:t>Task4: Data Storytelling and </a:t>
            </a:r>
            <a:r>
              <a:rPr lang="en-IN" sz="2000" dirty="0" err="1"/>
              <a:t>Stastical</a:t>
            </a:r>
            <a:r>
              <a:rPr lang="en-IN" sz="2000" dirty="0"/>
              <a:t> Validation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GitHub Repository : https://github.com/Akshaya0615/Akshayakasiraju-DataAnalyst-Intership-Portfolio/blob/main/README.md</a:t>
            </a:r>
          </a:p>
        </p:txBody>
      </p:sp>
    </p:spTree>
    <p:extLst>
      <p:ext uri="{BB962C8B-B14F-4D97-AF65-F5344CB8AC3E}">
        <p14:creationId xmlns:p14="http://schemas.microsoft.com/office/powerpoint/2010/main" val="43638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624E-BB20-155F-3410-352EA8C1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/>
              <a:t>Conculsion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33B0-144E-9D8B-F511-C4F38220C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internship strengthened my practical knowledge of data analytics by applying Python, SQL, Power BI to the given tasks. It enhanced my problem-solving, analytical thinking, and technical skills while providing valuable hands-on experience in building end-to-end data analytics solutions.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    THANK YOU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33288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403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Data Analyst  Internship Portfolio</vt:lpstr>
      <vt:lpstr>Internship Overview</vt:lpstr>
      <vt:lpstr>Task1-Data Cleaning</vt:lpstr>
      <vt:lpstr>Task2-SQL Analysis</vt:lpstr>
      <vt:lpstr>Task3-Power BI Dashboard</vt:lpstr>
      <vt:lpstr>Task4-Data Storytelling and Stastical validation</vt:lpstr>
      <vt:lpstr>Tools and Technologies</vt:lpstr>
      <vt:lpstr>Key Learnings</vt:lpstr>
      <vt:lpstr>GitHub Portfolio</vt:lpstr>
      <vt:lpstr>Conculsion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k</dc:creator>
  <cp:lastModifiedBy>akshaya k</cp:lastModifiedBy>
  <cp:revision>1</cp:revision>
  <dcterms:created xsi:type="dcterms:W3CDTF">2026-07-19T14:28:10Z</dcterms:created>
  <dcterms:modified xsi:type="dcterms:W3CDTF">2026-07-19T15:48:58Z</dcterms:modified>
</cp:coreProperties>
</file>